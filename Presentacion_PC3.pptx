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71600"/>
            <a:ext cx="164592" cy="2011680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32004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PC3 – Procesamiento de Lenguaje Natural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20040" y="1417320"/>
            <a:ext cx="85039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Inteligente de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Extracción Automática de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Información Académica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0" y="397764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Técnicas de PLN: NER · TF-IDF · Análisis de Sentimiento · WordCloud · LDA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0" y="45262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Curso: Ciencia de Datos  |  Junio 2025  |  Contexto: Deserción universitaria en el Perú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144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 Peruano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30-40% de estudiantes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culminan sus estudios universitarios en el Perú (MINEDU).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Factores: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económicos, académicos,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familiares y vocacionales.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0" y="9144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Necesidad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417320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Procesar documentos académicos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PDF de forma automática.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Extraer autores, instituciones,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conceptos y secciones.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Analizar tono y descubrir temas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esfuerzo manual.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General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2801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96012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Desarrollar una aplicación inteligente basada en PLN que permita extraer, analizar y visualizar información relevante de documentos académicos en PDF, en el contexto de la deserción universitaria peruana.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Específicos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880360"/>
            <a:ext cx="8229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Extraer texto de PDFs académicos con pdfplumber.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Aplicar preprocesamiento: tokenización, lematización, stopwords.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Reconocer entidades nombradas: personas, instituciones, lugares (NER).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Identificar términos clave con TF-IDF.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Evaluar el sentimiento del texto con TextBlob.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Descubrir temas latentes con LDA.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y Preprocesamiento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822960"/>
          </a:xfrm>
          <a:prstGeom prst="rect">
            <a:avLst/>
          </a:prstGeom>
          <a:solidFill>
            <a:srgbClr val="EBF3FB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 de datos: </a:t>
            </a:r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Artículo académico "Deserción Universitaria" – Dialnet (PDF en español, contexto peruano)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920240"/>
            <a:ext cx="1371600" cy="10058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9202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Carga PDF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24688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pdfplumber página a página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645920" y="2423160"/>
            <a:ext cx="274320" cy="0"/>
          </a:xfrm>
          <a:prstGeom prst="line">
            <a:avLst/>
          </a:prstGeom>
          <a:noFill/>
          <a:ln w="12700">
            <a:solidFill>
              <a:srgbClr val="1F4E7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20240" y="1920240"/>
            <a:ext cx="1371600" cy="10058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920240" y="19202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Minúsculas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Regex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920240" y="24688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 números y símbolos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91840" y="2423160"/>
            <a:ext cx="274320" cy="0"/>
          </a:xfrm>
          <a:prstGeom prst="line">
            <a:avLst/>
          </a:prstGeom>
          <a:noFill/>
          <a:ln w="12700">
            <a:solidFill>
              <a:srgbClr val="1F4E7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66160" y="1920240"/>
            <a:ext cx="1371600" cy="10058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566160" y="19202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Stopwords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66160" y="24688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NLTK español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937760" y="2423160"/>
            <a:ext cx="274320" cy="0"/>
          </a:xfrm>
          <a:prstGeom prst="line">
            <a:avLst/>
          </a:prstGeom>
          <a:noFill/>
          <a:ln w="12700">
            <a:solidFill>
              <a:srgbClr val="1F4E7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12080" y="1920240"/>
            <a:ext cx="1371600" cy="10058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212080" y="19202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Lematización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212080" y="24688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spaCy es_core_news_sm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583680" y="2423160"/>
            <a:ext cx="274320" cy="0"/>
          </a:xfrm>
          <a:prstGeom prst="line">
            <a:avLst/>
          </a:prstGeom>
          <a:noFill/>
          <a:ln w="12700">
            <a:solidFill>
              <a:srgbClr val="1F4E7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0" y="1920240"/>
            <a:ext cx="1371600" cy="10058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858000" y="19202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limpio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58000" y="24688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Listo para PLN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74320" y="324612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Librerías utilizadas: pdfplumber · spaCy (es_core_news_sm) · NLTK · re (regex)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749040"/>
          <a:ext cx="4572000" cy="123444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3086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Métrica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Valor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Caracteres extraídos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~25,000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Páginas procesadas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8-12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Tokens tras limpieza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~2,500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Técnicas de PLN Aplicadas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2743200" cy="4114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601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NER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spaCy detecta PER, ORG, LOC, MISC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0" y="96012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960120"/>
            <a:ext cx="2743200" cy="4114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9601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TF-IDF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91840" y="141732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scikit-learn, unigramas + bigramas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96012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960120"/>
            <a:ext cx="2743200" cy="4114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9601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Sentimiento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17920" y="141732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TextBlob: polaridad y subjetividad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292608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926080"/>
            <a:ext cx="2743200" cy="4114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9260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WordCloud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65760" y="338328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Visualización de frecuencia de términos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00400" y="292608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2926080"/>
            <a:ext cx="2743200" cy="4114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0" y="29260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LDA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291840" y="338328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temas latentes no supervisados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26480" y="292608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2926080"/>
            <a:ext cx="2743200" cy="4114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0" y="29260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Extracción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Secciones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17920" y="338328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Regex: resumen, metodología, etc.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Obtenidos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0120"/>
          <a:ext cx="8595360" cy="4023360"/>
        </p:xfrm>
        <a:graphic>
          <a:graphicData uri="http://schemas.openxmlformats.org/drawingml/2006/table">
            <a:tbl>
              <a:tblPr/>
              <a:tblGrid>
                <a:gridCol w="2560320"/>
                <a:gridCol w="6035040"/>
              </a:tblGrid>
              <a:tr h="5747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Técnica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Resultado destacado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NER (spaCy)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Detectó autores, universidades peruanas (MINEDU, SUNEDU) y lugares geográficos.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TF-IDF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 términos: "deserción", "universitaria", "estudiantes", "factores académicos".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Análisis de sentimiento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Predominio neutro (textos objetivos). Segmentos positivos en conclusiones.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WordCloud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Visualización de conceptos dominantes: deserción, estudiante, universidad, Perú.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LDA (4 temas)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Temas: factores socioeconómicos, rendimiento académico, políticas institucionales, metodología.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Extracción secciones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Detectó: Resumen, Introducción, Metodología, Resultados y Conclusiones.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Aplicación Streamlit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Interfaz web interactiva con 7 pestañas: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50292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Resumen general – métricas y tabla consolidada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Entidades NER – tabla filtrable + gráfico de distribución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TF-IDF &amp; WordCloud – top términos + nube de palabras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Sentimiento – polaridad por segmento + gráfico de barras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🧩 Topic Modeling – temas LDA con palabras clave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📑 Secciones – contenido de cada sección académica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Texto extraído – contenido completo del PDF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0" y="914400"/>
            <a:ext cx="3200400" cy="4023360"/>
          </a:xfrm>
          <a:prstGeom prst="rect">
            <a:avLst/>
          </a:prstGeom>
          <a:solidFill>
            <a:srgbClr val="EBF3FB"/>
          </a:solidFill>
          <a:ln w="12700">
            <a:solidFill>
              <a:srgbClr val="BDD7EE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69280" y="9144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Funcionalidades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760720" y="1371600"/>
            <a:ext cx="30175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Carga de PDF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Procesamiento automático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Visualizaciones interactivas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Filtros por tipo de entidad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Descarga CSV de resultados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Compatible con cualquier PDF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del Sistema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71600" y="1005840"/>
            <a:ext cx="6400800" cy="62179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71600" y="1005840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383280" y="1005840"/>
            <a:ext cx="4389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Académico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0" y="1627632"/>
            <a:ext cx="0" cy="13716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71600" y="1764792"/>
            <a:ext cx="6400800" cy="621792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371600" y="1764792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EXTRACCIÓN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83280" y="1764792"/>
            <a:ext cx="4389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pdfplumber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0" y="2386584"/>
            <a:ext cx="0" cy="13716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71600" y="2523744"/>
            <a:ext cx="6400800" cy="621792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371600" y="2523744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83280" y="2523744"/>
            <a:ext cx="4389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spaCy + NLTK + Regex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0" y="3145536"/>
            <a:ext cx="0" cy="13716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71600" y="3282696"/>
            <a:ext cx="6400800" cy="621792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371600" y="3282696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83280" y="3282696"/>
            <a:ext cx="4389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NER · TF-IDF · Sentimiento · WordCloud · LDA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0" y="3904488"/>
            <a:ext cx="0" cy="13716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371600" y="4041648"/>
            <a:ext cx="6400800" cy="621792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371600" y="4041648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SALIDA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83280" y="4041648"/>
            <a:ext cx="4389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+ CSVs descargables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292608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51560"/>
            <a:ext cx="80467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combinación de 6 técnicas PLN permite una visión multidimensional de documentos académicos.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spaCy + TF-IDF + LDA identifican eficazmente entidades, términos y temas en textos científicos en español.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análisis de sentimiento confirma el tono neutro-objetivo de los artículos académicos.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interfaz Streamlit democratiza el acceso a herramientas PLN sin requerir conocimientos técnicos.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sistema es adaptable a cualquier documento PDF académico en español.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Ciencia de Datos · PC3 · Junio 2025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PC3 - Extracción Académica PLN</dc:title>
  <dc:subject>PptxGenJS Presentation</dc:subject>
  <dc:creator>PptxGenJS</dc:creator>
  <cp:lastModifiedBy>PptxGenJS</cp:lastModifiedBy>
  <cp:revision>1</cp:revision>
  <dcterms:created xsi:type="dcterms:W3CDTF">2026-06-01T23:11:37Z</dcterms:created>
  <dcterms:modified xsi:type="dcterms:W3CDTF">2026-06-01T23:11:37Z</dcterms:modified>
</cp:coreProperties>
</file>